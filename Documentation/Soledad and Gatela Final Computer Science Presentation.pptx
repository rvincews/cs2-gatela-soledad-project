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Aileron" charset="1" panose="00000500000000000000"/>
      <p:regular r:id="rId18"/>
    </p:embeddedFont>
    <p:embeddedFont>
      <p:font typeface="Aileron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273" y="1205328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56228" y="8257181"/>
            <a:ext cx="2524350" cy="612496"/>
            <a:chOff x="0" y="0"/>
            <a:chExt cx="664849" cy="161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4849" cy="161316"/>
            </a:xfrm>
            <a:custGeom>
              <a:avLst/>
              <a:gdLst/>
              <a:ahLst/>
              <a:cxnLst/>
              <a:rect r="r" b="b" t="t" l="l"/>
              <a:pathLst>
                <a:path h="161316" w="664849">
                  <a:moveTo>
                    <a:pt x="80658" y="0"/>
                  </a:moveTo>
                  <a:lnTo>
                    <a:pt x="584192" y="0"/>
                  </a:lnTo>
                  <a:cubicBezTo>
                    <a:pt x="605583" y="0"/>
                    <a:pt x="626099" y="8498"/>
                    <a:pt x="641225" y="23624"/>
                  </a:cubicBezTo>
                  <a:cubicBezTo>
                    <a:pt x="656352" y="38750"/>
                    <a:pt x="664849" y="59266"/>
                    <a:pt x="664849" y="80658"/>
                  </a:cubicBezTo>
                  <a:lnTo>
                    <a:pt x="664849" y="80658"/>
                  </a:lnTo>
                  <a:cubicBezTo>
                    <a:pt x="664849" y="102050"/>
                    <a:pt x="656352" y="122565"/>
                    <a:pt x="641225" y="137692"/>
                  </a:cubicBezTo>
                  <a:cubicBezTo>
                    <a:pt x="626099" y="152818"/>
                    <a:pt x="605583" y="161316"/>
                    <a:pt x="584192" y="161316"/>
                  </a:cubicBezTo>
                  <a:lnTo>
                    <a:pt x="80658" y="161316"/>
                  </a:lnTo>
                  <a:cubicBezTo>
                    <a:pt x="59266" y="161316"/>
                    <a:pt x="38750" y="152818"/>
                    <a:pt x="23624" y="137692"/>
                  </a:cubicBezTo>
                  <a:cubicBezTo>
                    <a:pt x="8498" y="122565"/>
                    <a:pt x="0" y="102050"/>
                    <a:pt x="0" y="80658"/>
                  </a:cubicBezTo>
                  <a:lnTo>
                    <a:pt x="0" y="80658"/>
                  </a:lnTo>
                  <a:cubicBezTo>
                    <a:pt x="0" y="59266"/>
                    <a:pt x="8498" y="38750"/>
                    <a:pt x="23624" y="23624"/>
                  </a:cubicBezTo>
                  <a:cubicBezTo>
                    <a:pt x="38750" y="8498"/>
                    <a:pt x="59266" y="0"/>
                    <a:pt x="80658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4849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22930" y="1205328"/>
            <a:ext cx="5736370" cy="7320194"/>
          </a:xfrm>
          <a:custGeom>
            <a:avLst/>
            <a:gdLst/>
            <a:ahLst/>
            <a:cxnLst/>
            <a:rect r="r" b="b" t="t" l="l"/>
            <a:pathLst>
              <a:path h="7320194" w="5736370">
                <a:moveTo>
                  <a:pt x="0" y="0"/>
                </a:moveTo>
                <a:lnTo>
                  <a:pt x="5736370" y="0"/>
                </a:lnTo>
                <a:lnTo>
                  <a:pt x="5736370" y="7320194"/>
                </a:lnTo>
                <a:lnTo>
                  <a:pt x="0" y="7320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86467" y="6125463"/>
            <a:ext cx="4139590" cy="2664390"/>
          </a:xfrm>
          <a:custGeom>
            <a:avLst/>
            <a:gdLst/>
            <a:ahLst/>
            <a:cxnLst/>
            <a:rect r="r" b="b" t="t" l="l"/>
            <a:pathLst>
              <a:path h="2664390" w="4139590">
                <a:moveTo>
                  <a:pt x="0" y="0"/>
                </a:moveTo>
                <a:lnTo>
                  <a:pt x="4139590" y="0"/>
                </a:lnTo>
                <a:lnTo>
                  <a:pt x="4139590" y="2664391"/>
                </a:lnTo>
                <a:lnTo>
                  <a:pt x="0" y="2664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14213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6" y="0"/>
                </a:lnTo>
                <a:lnTo>
                  <a:pt x="2428426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2273" y="3108969"/>
            <a:ext cx="797222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Computer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2273" y="4655261"/>
            <a:ext cx="7715964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0"/>
              </a:lnSpc>
            </a:pPr>
            <a:r>
              <a:rPr lang="en-US" sz="802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Science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34206" y="8228412"/>
            <a:ext cx="968395" cy="60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Start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2273" y="5167498"/>
            <a:ext cx="4078458" cy="2739304"/>
            <a:chOff x="0" y="0"/>
            <a:chExt cx="5437944" cy="36524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33013" y="0"/>
              <a:ext cx="3652406" cy="3652406"/>
            </a:xfrm>
            <a:custGeom>
              <a:avLst/>
              <a:gdLst/>
              <a:ahLst/>
              <a:cxnLst/>
              <a:rect r="r" b="b" t="t" l="l"/>
              <a:pathLst>
                <a:path h="3652406" w="3652406">
                  <a:moveTo>
                    <a:pt x="0" y="0"/>
                  </a:moveTo>
                  <a:lnTo>
                    <a:pt x="3652406" y="0"/>
                  </a:lnTo>
                  <a:lnTo>
                    <a:pt x="3652406" y="3652406"/>
                  </a:lnTo>
                  <a:lnTo>
                    <a:pt x="0" y="3652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163331"/>
              <a:ext cx="1035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The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694200" y="1778578"/>
              <a:ext cx="174374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Program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9798" y="-397787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10523" y="1974394"/>
            <a:ext cx="4041346" cy="6946063"/>
          </a:xfrm>
          <a:custGeom>
            <a:avLst/>
            <a:gdLst/>
            <a:ahLst/>
            <a:cxnLst/>
            <a:rect r="r" b="b" t="t" l="l"/>
            <a:pathLst>
              <a:path h="6946063" w="4041346">
                <a:moveTo>
                  <a:pt x="0" y="0"/>
                </a:moveTo>
                <a:lnTo>
                  <a:pt x="4041346" y="0"/>
                </a:lnTo>
                <a:lnTo>
                  <a:pt x="4041346" y="6946063"/>
                </a:lnTo>
                <a:lnTo>
                  <a:pt x="0" y="69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74832"/>
            <a:ext cx="8292424" cy="174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Members: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 (Interface, if statements)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 (day logic)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1752" y="1028700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7928" y="981075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243874"/>
            <a:ext cx="7741951" cy="1770007"/>
            <a:chOff x="0" y="0"/>
            <a:chExt cx="10322601" cy="236001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7980672" cy="1860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0"/>
                </a:lnSpc>
              </a:pPr>
              <a:r>
                <a:rPr lang="en-US" sz="8720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Welcome!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52484"/>
              <a:ext cx="10322601" cy="90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7"/>
                </a:lnSpc>
              </a:pPr>
              <a:r>
                <a:rPr lang="en-US" sz="4248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to the Fresh Tracker! Team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39571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62819" y="1545676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4829632"/>
            <a:ext cx="8296458" cy="5249395"/>
          </a:xfrm>
          <a:custGeom>
            <a:avLst/>
            <a:gdLst/>
            <a:ahLst/>
            <a:cxnLst/>
            <a:rect r="r" b="b" t="t" l="l"/>
            <a:pathLst>
              <a:path h="5249395" w="8296458">
                <a:moveTo>
                  <a:pt x="0" y="0"/>
                </a:moveTo>
                <a:lnTo>
                  <a:pt x="8296458" y="0"/>
                </a:lnTo>
                <a:lnTo>
                  <a:pt x="8296458" y="5249395"/>
                </a:lnTo>
                <a:lnTo>
                  <a:pt x="0" y="524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72435" y="1758401"/>
            <a:ext cx="8493424" cy="21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8"/>
              </a:lnSpc>
            </a:pPr>
            <a:r>
              <a:rPr lang="en-US" sz="6055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Introduction / 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2983" y="3926852"/>
            <a:ext cx="7096317" cy="308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In many households, food and household products are often forgotten in storage until they expire,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leading to waste and unnecessary expenses. Likewise, grocery shopping can be unorganized, resulting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in overspending, buying duplicates, or forgetting essential items. Additionally, calculating expenses with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discounts, vouchers, and coupons can be confusing and time-consuming.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62983" y="7334467"/>
            <a:ext cx="7096317" cy="192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This project addresses the problem of product waste, poor grocery organization, and budgeting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challenges by creating a tool that helps users track expiry dates, manage grocery lists, and compute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costs effectively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0851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85890" y="1171026"/>
            <a:ext cx="255368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651" y="2007616"/>
            <a:ext cx="9085785" cy="15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727"/>
              </a:lnSpc>
            </a:pPr>
            <a:r>
              <a:rPr lang="en-US" sz="909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Fresh Tracker!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7169" y="3565412"/>
            <a:ext cx="6466831" cy="119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86"/>
              </a:lnSpc>
            </a:pPr>
            <a:r>
              <a:rPr lang="en-US" sz="341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– A Grocery and Expiry Date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35960" y="-3779318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54356" y="1545676"/>
            <a:ext cx="4945524" cy="6766264"/>
          </a:xfrm>
          <a:custGeom>
            <a:avLst/>
            <a:gdLst/>
            <a:ahLst/>
            <a:cxnLst/>
            <a:rect r="r" b="b" t="t" l="l"/>
            <a:pathLst>
              <a:path h="6766264" w="4945524">
                <a:moveTo>
                  <a:pt x="0" y="0"/>
                </a:moveTo>
                <a:lnTo>
                  <a:pt x="4945523" y="0"/>
                </a:lnTo>
                <a:lnTo>
                  <a:pt x="4945523" y="6766264"/>
                </a:lnTo>
                <a:lnTo>
                  <a:pt x="0" y="676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27813" y="2873911"/>
            <a:ext cx="3261376" cy="5570674"/>
          </a:xfrm>
          <a:custGeom>
            <a:avLst/>
            <a:gdLst/>
            <a:ahLst/>
            <a:cxnLst/>
            <a:rect r="r" b="b" t="t" l="l"/>
            <a:pathLst>
              <a:path h="5570674" w="3261376">
                <a:moveTo>
                  <a:pt x="0" y="0"/>
                </a:moveTo>
                <a:lnTo>
                  <a:pt x="3261376" y="0"/>
                </a:lnTo>
                <a:lnTo>
                  <a:pt x="3261376" y="5570674"/>
                </a:lnTo>
                <a:lnTo>
                  <a:pt x="0" y="557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576196"/>
            <a:ext cx="5802035" cy="221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4"/>
              </a:lnSpc>
            </a:pPr>
            <a:r>
              <a:rPr lang="en-US" sz="741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Our </a:t>
            </a:r>
          </a:p>
          <a:p>
            <a:pPr algn="l">
              <a:lnSpc>
                <a:spcPts val="8744"/>
              </a:lnSpc>
            </a:pPr>
            <a:r>
              <a:rPr lang="en-US" sz="741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86350"/>
            <a:ext cx="7006043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1. To provide a reminder system for expiry dates, reducing wasted food and money.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2. To organize grocery shopping through an interactive list where users can add, remove, and check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items.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3. To calculate total expenses including discounts, vouchers, and coupons for better budgeting.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4. To implement Python programming concepts (lists, conditional statements, functions, input/output).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5. To encourage responsible consumption and effective household management.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6461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7908" y="3197598"/>
            <a:ext cx="3290620" cy="5307452"/>
          </a:xfrm>
          <a:custGeom>
            <a:avLst/>
            <a:gdLst/>
            <a:ahLst/>
            <a:cxnLst/>
            <a:rect r="r" b="b" t="t" l="l"/>
            <a:pathLst>
              <a:path h="5307452" w="3290620">
                <a:moveTo>
                  <a:pt x="0" y="0"/>
                </a:moveTo>
                <a:lnTo>
                  <a:pt x="3290620" y="0"/>
                </a:lnTo>
                <a:lnTo>
                  <a:pt x="3290620" y="5307452"/>
                </a:lnTo>
                <a:lnTo>
                  <a:pt x="0" y="530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98711" y="2645506"/>
            <a:ext cx="4084408" cy="5942921"/>
          </a:xfrm>
          <a:custGeom>
            <a:avLst/>
            <a:gdLst/>
            <a:ahLst/>
            <a:cxnLst/>
            <a:rect r="r" b="b" t="t" l="l"/>
            <a:pathLst>
              <a:path h="5942921" w="4084408">
                <a:moveTo>
                  <a:pt x="0" y="0"/>
                </a:moveTo>
                <a:lnTo>
                  <a:pt x="4084408" y="0"/>
                </a:lnTo>
                <a:lnTo>
                  <a:pt x="4084408" y="5942922"/>
                </a:lnTo>
                <a:lnTo>
                  <a:pt x="0" y="5942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40777" y="1009101"/>
            <a:ext cx="6323367" cy="374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9"/>
              </a:lnSpc>
            </a:pPr>
            <a:r>
              <a:rPr lang="en-US" sz="1072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Our</a:t>
            </a:r>
          </a:p>
          <a:p>
            <a:pPr algn="l">
              <a:lnSpc>
                <a:spcPts val="15019"/>
              </a:lnSpc>
            </a:pPr>
            <a:r>
              <a:rPr lang="en-US" sz="1072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0777" y="4869120"/>
            <a:ext cx="7337900" cy="2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2645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1. Expiry Tracker </a:t>
            </a:r>
            <a:r>
              <a:rPr lang="en-US" sz="2645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– Keeps track of items that are about to expire.</a:t>
            </a:r>
          </a:p>
          <a:p>
            <a:pPr algn="l">
              <a:lnSpc>
                <a:spcPts val="3703"/>
              </a:lnSpc>
            </a:pPr>
          </a:p>
          <a:p>
            <a:pPr algn="l">
              <a:lnSpc>
                <a:spcPts val="3703"/>
              </a:lnSpc>
            </a:pPr>
            <a:r>
              <a:rPr lang="en-US" sz="2645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2. Grocery List</a:t>
            </a:r>
            <a:r>
              <a:rPr lang="en-US" sz="2645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– Add &amp; Remove Items into your list.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22683" y="1171026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4734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25506" y="1416464"/>
            <a:ext cx="6416954" cy="7525212"/>
          </a:xfrm>
          <a:custGeom>
            <a:avLst/>
            <a:gdLst/>
            <a:ahLst/>
            <a:cxnLst/>
            <a:rect r="r" b="b" t="t" l="l"/>
            <a:pathLst>
              <a:path h="7525212" w="6416954">
                <a:moveTo>
                  <a:pt x="0" y="0"/>
                </a:moveTo>
                <a:lnTo>
                  <a:pt x="6416953" y="0"/>
                </a:lnTo>
                <a:lnTo>
                  <a:pt x="6416953" y="7525212"/>
                </a:lnTo>
                <a:lnTo>
                  <a:pt x="0" y="752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98711" y="3386729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98711" y="6364008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98711" y="2304689"/>
            <a:ext cx="8626795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Inputs and Outputs: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31780" y="3386729"/>
            <a:ext cx="6612220" cy="2330894"/>
            <a:chOff x="0" y="0"/>
            <a:chExt cx="8816294" cy="31078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46550"/>
              <a:ext cx="8816294" cy="2461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Product name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Expiry date (manual entry) OR product type (to assign estimated expiry)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Grocery list items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User choices (menu navigation)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4975149" cy="538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6"/>
                </a:lnSpc>
              </a:pPr>
              <a:r>
                <a:rPr lang="en-US" sz="2432" b="true">
                  <a:solidFill>
                    <a:srgbClr val="FE654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Inputs: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31780" y="6364008"/>
            <a:ext cx="6632887" cy="2347474"/>
            <a:chOff x="0" y="0"/>
            <a:chExt cx="8843849" cy="312996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61113"/>
              <a:ext cx="8843849" cy="246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Alerts for expiring items (manual or estimated expiry)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Organized grocery list (add &amp; remove items)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Confirmation messages (e.g., “Removed Soy Sauce!”)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Closing message: “Thank you for using Fresh Tracker! May all your food BE FRESH!”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4990699" cy="54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6"/>
                </a:lnSpc>
              </a:pPr>
              <a:r>
                <a:rPr lang="en-US" sz="2440" b="true">
                  <a:solidFill>
                    <a:srgbClr val="FE654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Outputs: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43681" y="132510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270168" y="2783005"/>
            <a:ext cx="5741204" cy="6392029"/>
          </a:xfrm>
          <a:custGeom>
            <a:avLst/>
            <a:gdLst/>
            <a:ahLst/>
            <a:cxnLst/>
            <a:rect r="r" b="b" t="t" l="l"/>
            <a:pathLst>
              <a:path h="6392029" w="5741204">
                <a:moveTo>
                  <a:pt x="5741204" y="0"/>
                </a:moveTo>
                <a:lnTo>
                  <a:pt x="0" y="0"/>
                </a:lnTo>
                <a:lnTo>
                  <a:pt x="0" y="6392028"/>
                </a:lnTo>
                <a:lnTo>
                  <a:pt x="5741204" y="6392028"/>
                </a:lnTo>
                <a:lnTo>
                  <a:pt x="57412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26295" y="1991604"/>
            <a:ext cx="552984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Pseudocode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68798" y="150526"/>
            <a:ext cx="4790257" cy="995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START PROGRAM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</a:t>
            </a: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LAY main menu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1 - Expiry Tracker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2 - Shopping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3 - Exit</a:t>
            </a:r>
          </a:p>
          <a:p>
            <a:pPr algn="l">
              <a:lnSpc>
                <a:spcPts val="2030"/>
              </a:lnSpc>
            </a:pP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1: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MOVE any expired items to expired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fresh items with days remaining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expired items with days since expiry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options: Add Item, Remove Item, Back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Add Item: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product name and expiry date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wants estimate and item is in library: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if refrigerated, IF yes extend shelf life by 1.5x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CALCULATE and STORE expiry date = today + shelf life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no estimate or item not in library: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user to enter date manually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STORE entered date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Remove Item: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item number and REMOVE from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Back: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GO BACK to main menu</a:t>
            </a:r>
          </a:p>
          <a:p>
            <a:pPr algn="l">
              <a:lnSpc>
                <a:spcPts val="2030"/>
              </a:lnSpc>
            </a:pP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2: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shopping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options: Add Item, Remove Item, Clear List, Back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Add Item: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item name and ADD to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Remove Item: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item number and REMOVE from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Clear List: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CLEAR entire shopping list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Back: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GO BACK to main menu</a:t>
            </a:r>
          </a:p>
          <a:p>
            <a:pPr algn="l">
              <a:lnSpc>
                <a:spcPts val="2030"/>
              </a:lnSpc>
            </a:pP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3: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exit message</a:t>
            </a:r>
          </a:p>
          <a:p>
            <a:pPr algn="l">
              <a:lnSpc>
                <a:spcPts val="2030"/>
              </a:lnSpc>
            </a:pPr>
            <a:r>
              <a:rPr lang="en-US" sz="145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END PROGRAM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93714" y="7455000"/>
            <a:ext cx="2524350" cy="612496"/>
            <a:chOff x="0" y="0"/>
            <a:chExt cx="3365801" cy="81666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365801" cy="816661"/>
              <a:chOff x="0" y="0"/>
              <a:chExt cx="664849" cy="1613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4849" cy="161316"/>
              </a:xfrm>
              <a:custGeom>
                <a:avLst/>
                <a:gdLst/>
                <a:ahLst/>
                <a:cxnLst/>
                <a:rect r="r" b="b" t="t" l="l"/>
                <a:pathLst>
                  <a:path h="161316" w="664849">
                    <a:moveTo>
                      <a:pt x="80658" y="0"/>
                    </a:moveTo>
                    <a:lnTo>
                      <a:pt x="584192" y="0"/>
                    </a:lnTo>
                    <a:cubicBezTo>
                      <a:pt x="605583" y="0"/>
                      <a:pt x="626099" y="8498"/>
                      <a:pt x="641225" y="23624"/>
                    </a:cubicBezTo>
                    <a:cubicBezTo>
                      <a:pt x="656352" y="38750"/>
                      <a:pt x="664849" y="59266"/>
                      <a:pt x="664849" y="80658"/>
                    </a:cubicBezTo>
                    <a:lnTo>
                      <a:pt x="664849" y="80658"/>
                    </a:lnTo>
                    <a:cubicBezTo>
                      <a:pt x="664849" y="102050"/>
                      <a:pt x="656352" y="122565"/>
                      <a:pt x="641225" y="137692"/>
                    </a:cubicBezTo>
                    <a:cubicBezTo>
                      <a:pt x="626099" y="152818"/>
                      <a:pt x="605583" y="161316"/>
                      <a:pt x="584192" y="161316"/>
                    </a:cubicBezTo>
                    <a:lnTo>
                      <a:pt x="80658" y="161316"/>
                    </a:lnTo>
                    <a:cubicBezTo>
                      <a:pt x="59266" y="161316"/>
                      <a:pt x="38750" y="152818"/>
                      <a:pt x="23624" y="137692"/>
                    </a:cubicBezTo>
                    <a:cubicBezTo>
                      <a:pt x="8498" y="122565"/>
                      <a:pt x="0" y="102050"/>
                      <a:pt x="0" y="80658"/>
                    </a:cubicBezTo>
                    <a:lnTo>
                      <a:pt x="0" y="80658"/>
                    </a:lnTo>
                    <a:cubicBezTo>
                      <a:pt x="0" y="59266"/>
                      <a:pt x="8498" y="38750"/>
                      <a:pt x="23624" y="23624"/>
                    </a:cubicBezTo>
                    <a:cubicBezTo>
                      <a:pt x="38750" y="8498"/>
                      <a:pt x="59266" y="0"/>
                      <a:pt x="80658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664849" cy="208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09392" y="152247"/>
              <a:ext cx="2947017" cy="44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Get Started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10540" y="1325104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66992" y="1277479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48279" y="-201425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3998226"/>
            <a:ext cx="4139157" cy="6288774"/>
          </a:xfrm>
          <a:custGeom>
            <a:avLst/>
            <a:gdLst/>
            <a:ahLst/>
            <a:cxnLst/>
            <a:rect r="r" b="b" t="t" l="l"/>
            <a:pathLst>
              <a:path h="6288774" w="4139157">
                <a:moveTo>
                  <a:pt x="4139157" y="0"/>
                </a:moveTo>
                <a:lnTo>
                  <a:pt x="0" y="0"/>
                </a:lnTo>
                <a:lnTo>
                  <a:pt x="0" y="6288774"/>
                </a:lnTo>
                <a:lnTo>
                  <a:pt x="4139157" y="6288774"/>
                </a:lnTo>
                <a:lnTo>
                  <a:pt x="41391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10540" y="1325104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508987" y="1264365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39254" y="0"/>
            <a:ext cx="5848746" cy="10287000"/>
          </a:xfrm>
          <a:custGeom>
            <a:avLst/>
            <a:gdLst/>
            <a:ahLst/>
            <a:cxnLst/>
            <a:rect r="r" b="b" t="t" l="l"/>
            <a:pathLst>
              <a:path h="10287000" w="5848746">
                <a:moveTo>
                  <a:pt x="0" y="0"/>
                </a:moveTo>
                <a:lnTo>
                  <a:pt x="5848746" y="0"/>
                </a:lnTo>
                <a:lnTo>
                  <a:pt x="58487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71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849" y="-76200"/>
            <a:ext cx="4490138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Flowchart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4628" y="1277479"/>
            <a:ext cx="263193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 </a:t>
            </a:r>
            <a:r>
              <a:rPr lang="en-US" sz="2000">
                <a:solidFill>
                  <a:srgbClr val="00004D"/>
                </a:solidFill>
                <a:latin typeface="Aileron"/>
                <a:ea typeface="Aileron"/>
                <a:cs typeface="Aileron"/>
                <a:sym typeface="Aileron"/>
              </a:rPr>
              <a:t>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</a:t>
            </a:r>
            <a:r>
              <a:rPr lang="en-US" sz="2000">
                <a:solidFill>
                  <a:srgbClr val="00004D"/>
                </a:solidFill>
                <a:latin typeface="Aileron"/>
                <a:ea typeface="Aileron"/>
                <a:cs typeface="Aileron"/>
                <a:sym typeface="Aileron"/>
              </a:rPr>
              <a:t>atela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18920" y="3490215"/>
            <a:ext cx="5650161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2280" y="4904386"/>
            <a:ext cx="4343440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0"/>
              </a:lnSpc>
            </a:pPr>
            <a:r>
              <a:rPr lang="en-US" sz="802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9798" y="-397787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10523" y="1974394"/>
            <a:ext cx="4041346" cy="6946063"/>
          </a:xfrm>
          <a:custGeom>
            <a:avLst/>
            <a:gdLst/>
            <a:ahLst/>
            <a:cxnLst/>
            <a:rect r="r" b="b" t="t" l="l"/>
            <a:pathLst>
              <a:path h="6946063" w="4041346">
                <a:moveTo>
                  <a:pt x="0" y="0"/>
                </a:moveTo>
                <a:lnTo>
                  <a:pt x="4041346" y="0"/>
                </a:lnTo>
                <a:lnTo>
                  <a:pt x="4041346" y="6946063"/>
                </a:lnTo>
                <a:lnTo>
                  <a:pt x="0" y="69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74832"/>
            <a:ext cx="8292424" cy="174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Members: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 (Interface, if statements)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 (day logic)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1752" y="1028700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7928" y="981075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243874"/>
            <a:ext cx="8525339" cy="1770007"/>
            <a:chOff x="0" y="0"/>
            <a:chExt cx="11367119" cy="236001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8695343" cy="1860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0"/>
                </a:lnSpc>
              </a:pPr>
              <a:r>
                <a:rPr lang="en-US" sz="8720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Thank You!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52484"/>
              <a:ext cx="11367119" cy="90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7"/>
                </a:lnSpc>
              </a:pPr>
              <a:r>
                <a:rPr lang="en-US" sz="4248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from the Fresh Tracker! Team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879275"/>
            <a:ext cx="4078458" cy="2739304"/>
            <a:chOff x="0" y="0"/>
            <a:chExt cx="5437944" cy="36524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33013" y="0"/>
              <a:ext cx="3652406" cy="3652406"/>
            </a:xfrm>
            <a:custGeom>
              <a:avLst/>
              <a:gdLst/>
              <a:ahLst/>
              <a:cxnLst/>
              <a:rect r="r" b="b" t="t" l="l"/>
              <a:pathLst>
                <a:path h="3652406" w="3652406">
                  <a:moveTo>
                    <a:pt x="0" y="0"/>
                  </a:moveTo>
                  <a:lnTo>
                    <a:pt x="3652406" y="0"/>
                  </a:lnTo>
                  <a:lnTo>
                    <a:pt x="3652406" y="3652406"/>
                  </a:lnTo>
                  <a:lnTo>
                    <a:pt x="0" y="3652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163331"/>
              <a:ext cx="1035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The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694200" y="1778578"/>
              <a:ext cx="174374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Program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DAG5wD_Q-zw</dc:identifier>
  <dcterms:modified xsi:type="dcterms:W3CDTF">2011-08-01T06:04:30Z</dcterms:modified>
  <cp:revision>1</cp:revision>
  <dc:title>Soledad and Gatela Final Computer Science Presentation</dc:title>
</cp:coreProperties>
</file>